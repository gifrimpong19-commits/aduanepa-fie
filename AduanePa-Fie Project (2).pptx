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Raleway" pitchFamily="2" charset="0"/>
      <p:regular r:id="rId12"/>
    </p:embeddedFont>
    <p:embeddedFont>
      <p:font typeface="Raleway Light" pitchFamily="2" charset="0"/>
      <p:regular r:id="rId13"/>
    </p:embeddedFont>
    <p:embeddedFont>
      <p:font typeface="Roboto" panose="02000000000000000000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29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3737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62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AduanePa Fie</a:t>
            </a:r>
            <a:endParaRPr lang="en-US" sz="3162" dirty="0"/>
          </a:p>
        </p:txBody>
      </p:sp>
      <p:sp>
        <p:nvSpPr>
          <p:cNvPr id="4" name="Text 1"/>
          <p:cNvSpPr/>
          <p:nvPr/>
        </p:nvSpPr>
        <p:spPr>
          <a:xfrm>
            <a:off x="3925119" y="2592958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University Food Delivery Marketplace</a:t>
            </a:r>
            <a:endParaRPr lang="en-US" sz="1375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75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"Enjoy the Taste in Every Bite"</a:t>
            </a:r>
            <a:endParaRPr lang="en-US" sz="13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952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62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316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135112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62127" y="1295921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Centralized Discovery</a:t>
            </a:r>
            <a:endParaRPr lang="en-US" sz="1620" dirty="0"/>
          </a:p>
        </p:txBody>
      </p:sp>
      <p:sp>
        <p:nvSpPr>
          <p:cNvPr id="6" name="Text 2"/>
          <p:cNvSpPr/>
          <p:nvPr/>
        </p:nvSpPr>
        <p:spPr>
          <a:xfrm>
            <a:off x="4162127" y="1602432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lack a single platform to browse and order from campus-area food vendors.</a:t>
            </a:r>
            <a:endParaRPr lang="en-US" sz="137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358628"/>
            <a:ext cx="472276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62127" y="2519437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Reliable Tracking</a:t>
            </a:r>
            <a:endParaRPr lang="en-US" sz="1620" dirty="0"/>
          </a:p>
        </p:txBody>
      </p:sp>
      <p:sp>
        <p:nvSpPr>
          <p:cNvPr id="9" name="Text 4"/>
          <p:cNvSpPr/>
          <p:nvPr/>
        </p:nvSpPr>
        <p:spPr>
          <a:xfrm>
            <a:off x="4162127" y="2825948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transparent order tracking or trustworthy delivery system exists for university communities.</a:t>
            </a:r>
            <a:endParaRPr lang="en-US" sz="1375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582144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62127" y="3742953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Vendor Operations</a:t>
            </a:r>
            <a:endParaRPr lang="en-US" sz="1620" dirty="0"/>
          </a:p>
        </p:txBody>
      </p:sp>
      <p:sp>
        <p:nvSpPr>
          <p:cNvPr id="12" name="Text 6"/>
          <p:cNvSpPr/>
          <p:nvPr/>
        </p:nvSpPr>
        <p:spPr>
          <a:xfrm>
            <a:off x="4162127" y="4049464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Vendors rely on phone calls to receive and manage orders — slow, error-prone, and unscalable.</a:t>
            </a:r>
            <a:endParaRPr lang="en-US" sz="13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1647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2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</a:t>
            </a:r>
            <a:endParaRPr lang="en-US" sz="270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22813" r="19030"/>
          <a:stretch>
            <a:fillRect/>
          </a:stretch>
        </p:blipFill>
        <p:spPr>
          <a:xfrm>
            <a:off x="1232115" y="1093987"/>
            <a:ext cx="3565814" cy="3474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89216" y="1080269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34050" y="1102705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8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6359203" y="1121346"/>
            <a:ext cx="22933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Multi-Sided Marketplace</a:t>
            </a:r>
            <a:endParaRPr lang="en-US" sz="1437" dirty="0"/>
          </a:p>
        </p:txBody>
      </p:sp>
      <p:sp>
        <p:nvSpPr>
          <p:cNvPr id="7" name="Text 4"/>
          <p:cNvSpPr/>
          <p:nvPr/>
        </p:nvSpPr>
        <p:spPr>
          <a:xfrm>
            <a:off x="6359203" y="1409105"/>
            <a:ext cx="229336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7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Connecting students, food vendors, and delivery riders in one unified platform.</a:t>
            </a:r>
            <a:endParaRPr lang="en-US" sz="1170" dirty="0"/>
          </a:p>
        </p:txBody>
      </p:sp>
      <p:sp>
        <p:nvSpPr>
          <p:cNvPr id="8" name="Shape 5"/>
          <p:cNvSpPr/>
          <p:nvPr/>
        </p:nvSpPr>
        <p:spPr>
          <a:xfrm>
            <a:off x="5989216" y="1963638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4050" y="1986074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8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80" dirty="0"/>
          </a:p>
        </p:txBody>
      </p:sp>
      <p:sp>
        <p:nvSpPr>
          <p:cNvPr id="10" name="Text 7"/>
          <p:cNvSpPr/>
          <p:nvPr/>
        </p:nvSpPr>
        <p:spPr>
          <a:xfrm>
            <a:off x="6359203" y="2004715"/>
            <a:ext cx="22933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Admin-Governed Ecosystem</a:t>
            </a:r>
            <a:endParaRPr lang="en-US" sz="1437" dirty="0"/>
          </a:p>
        </p:txBody>
      </p:sp>
      <p:sp>
        <p:nvSpPr>
          <p:cNvPr id="11" name="Text 8"/>
          <p:cNvSpPr/>
          <p:nvPr/>
        </p:nvSpPr>
        <p:spPr>
          <a:xfrm>
            <a:off x="6359203" y="2292474"/>
            <a:ext cx="229336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7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internal admin layer verifies accounts and maintains platform integrity.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5989216" y="2847008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34050" y="2869443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8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6359203" y="2888084"/>
            <a:ext cx="22933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 on Delivery</a:t>
            </a:r>
            <a:endParaRPr lang="en-US" sz="1437" dirty="0"/>
          </a:p>
        </p:txBody>
      </p:sp>
      <p:sp>
        <p:nvSpPr>
          <p:cNvPr id="15" name="Text 12"/>
          <p:cNvSpPr/>
          <p:nvPr/>
        </p:nvSpPr>
        <p:spPr>
          <a:xfrm>
            <a:off x="6359203" y="3175843"/>
            <a:ext cx="229336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7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Simple, trust-building payment model at launch — no upfront digital payment required.</a:t>
            </a:r>
            <a:endParaRPr lang="en-US" sz="1170" dirty="0"/>
          </a:p>
        </p:txBody>
      </p:sp>
      <p:sp>
        <p:nvSpPr>
          <p:cNvPr id="16" name="Shape 13"/>
          <p:cNvSpPr/>
          <p:nvPr/>
        </p:nvSpPr>
        <p:spPr>
          <a:xfrm>
            <a:off x="5989216" y="3906738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4050" y="3929174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8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80" dirty="0"/>
          </a:p>
        </p:txBody>
      </p:sp>
      <p:sp>
        <p:nvSpPr>
          <p:cNvPr id="18" name="Text 15"/>
          <p:cNvSpPr/>
          <p:nvPr/>
        </p:nvSpPr>
        <p:spPr>
          <a:xfrm>
            <a:off x="6359203" y="3947815"/>
            <a:ext cx="22933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University-Based Discovery</a:t>
            </a:r>
            <a:endParaRPr lang="en-US" sz="1437" dirty="0"/>
          </a:p>
        </p:txBody>
      </p:sp>
      <p:sp>
        <p:nvSpPr>
          <p:cNvPr id="19" name="Text 16"/>
          <p:cNvSpPr/>
          <p:nvPr/>
        </p:nvSpPr>
        <p:spPr>
          <a:xfrm>
            <a:off x="6359203" y="4235574"/>
            <a:ext cx="229336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7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Vendors are scoped to a student's university, not GPS proximity.</a:t>
            </a:r>
            <a:endParaRPr lang="en-US" sz="11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62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 Actors</a:t>
            </a:r>
            <a:endParaRPr lang="en-US" sz="3162" dirty="0"/>
          </a:p>
        </p:txBody>
      </p:sp>
      <p:sp>
        <p:nvSpPr>
          <p:cNvPr id="3" name="Shape 1"/>
          <p:cNvSpPr/>
          <p:nvPr/>
        </p:nvSpPr>
        <p:spPr>
          <a:xfrm>
            <a:off x="496119" y="1243905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2640" y="1390427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507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746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</a:t>
            </a:r>
            <a:endParaRPr lang="en-US" sz="1620" dirty="0"/>
          </a:p>
        </p:txBody>
      </p:sp>
      <p:sp>
        <p:nvSpPr>
          <p:cNvPr id="7" name="Text 4"/>
          <p:cNvSpPr/>
          <p:nvPr/>
        </p:nvSpPr>
        <p:spPr>
          <a:xfrm>
            <a:off x="642640" y="226397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who browses vendors, places orders, and tracks delivery to their location.</a:t>
            </a:r>
            <a:endParaRPr lang="en-US" sz="1375" dirty="0"/>
          </a:p>
        </p:txBody>
      </p:sp>
      <p:sp>
        <p:nvSpPr>
          <p:cNvPr id="8" name="Shape 5"/>
          <p:cNvSpPr/>
          <p:nvPr/>
        </p:nvSpPr>
        <p:spPr>
          <a:xfrm>
            <a:off x="4642842" y="1243905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89363" y="1390427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50733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5746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</a:t>
            </a:r>
            <a:endParaRPr lang="en-US" sz="1620" dirty="0"/>
          </a:p>
        </p:txBody>
      </p:sp>
      <p:sp>
        <p:nvSpPr>
          <p:cNvPr id="12" name="Text 8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Campus-area food business that lists menus, sets prices, and fulfills orders.</a:t>
            </a:r>
            <a:endParaRPr lang="en-US" sz="1375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Rider</a:t>
            </a:r>
            <a:endParaRPr lang="en-US" sz="162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 courier who picks up orders from vendors and delivers to customers.</a:t>
            </a:r>
            <a:endParaRPr lang="en-US" sz="1375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</a:t>
            </a:r>
            <a:endParaRPr lang="en-US" sz="162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Internal team member who verifies accounts and manages platform operations.</a:t>
            </a:r>
            <a:endParaRPr lang="en-US" sz="13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8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62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Experience</a:t>
            </a:r>
            <a:endParaRPr lang="en-US" sz="3162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261393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503534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8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Confirm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5502299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8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4010540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8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Order</a:t>
            </a:r>
            <a:endParaRPr lang="en-US" sz="1680" dirty="0"/>
          </a:p>
        </p:txBody>
      </p:sp>
      <p:sp>
        <p:nvSpPr>
          <p:cNvPr id="7" name="Text 4"/>
          <p:cNvSpPr/>
          <p:nvPr/>
        </p:nvSpPr>
        <p:spPr>
          <a:xfrm>
            <a:off x="2518781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8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Discover</a:t>
            </a:r>
            <a:endParaRPr lang="en-US" sz="1680" dirty="0"/>
          </a:p>
        </p:txBody>
      </p:sp>
      <p:sp>
        <p:nvSpPr>
          <p:cNvPr id="8" name="Text 5"/>
          <p:cNvSpPr/>
          <p:nvPr/>
        </p:nvSpPr>
        <p:spPr>
          <a:xfrm>
            <a:off x="994415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8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 Up</a:t>
            </a:r>
            <a:endParaRPr lang="en-US" sz="1680" dirty="0"/>
          </a:p>
        </p:txBody>
      </p:sp>
      <p:sp>
        <p:nvSpPr>
          <p:cNvPr id="9" name="Text 6"/>
          <p:cNvSpPr/>
          <p:nvPr/>
        </p:nvSpPr>
        <p:spPr>
          <a:xfrm>
            <a:off x="496119" y="43817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step is designed to be simple and trustworthy — from first signup to the moment food arrives at the door.</a:t>
            </a:r>
            <a:endParaRPr lang="en-US" sz="13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0451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75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 Portal</a:t>
            </a:r>
            <a:endParaRPr lang="en-US" sz="287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66490"/>
            <a:ext cx="4722763" cy="94781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7610" y="1344067"/>
            <a:ext cx="192658" cy="19265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69693" y="1109216"/>
            <a:ext cx="393546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Menu Management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4569693" y="1379711"/>
            <a:ext cx="393546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Create, edit, and delete products, categories, prices, and deals with ease.</a:t>
            </a:r>
            <a:endParaRPr lang="en-US" sz="1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030685"/>
            <a:ext cx="4722763" cy="947812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7610" y="2408262"/>
            <a:ext cx="192658" cy="19265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569693" y="2173412"/>
            <a:ext cx="393546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Order Dashboard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4569693" y="2443907"/>
            <a:ext cx="393546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 incoming orders and track each one through preparation stages.</a:t>
            </a:r>
            <a:endParaRPr lang="en-US" sz="1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094881"/>
            <a:ext cx="4722763" cy="770855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97610" y="3383979"/>
            <a:ext cx="192658" cy="19265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569693" y="3237607"/>
            <a:ext cx="393546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Operating Hours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4569693" y="3508102"/>
            <a:ext cx="393546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business hours and toggle store open/closed status in real time.</a:t>
            </a:r>
            <a:endParaRPr lang="en-US" sz="13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982120"/>
            <a:ext cx="4722763" cy="770855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97610" y="4271218"/>
            <a:ext cx="192658" cy="192658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4569693" y="4124846"/>
            <a:ext cx="393546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Profile</a:t>
            </a:r>
            <a:endParaRPr lang="en-US" sz="1500" dirty="0"/>
          </a:p>
        </p:txBody>
      </p:sp>
      <p:sp>
        <p:nvSpPr>
          <p:cNvPr id="19" name="Text 8"/>
          <p:cNvSpPr/>
          <p:nvPr/>
        </p:nvSpPr>
        <p:spPr>
          <a:xfrm>
            <a:off x="4569693" y="4395341"/>
            <a:ext cx="393546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verification status and account history at a glance.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139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2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Rider Experience</a:t>
            </a:r>
            <a:endParaRPr lang="en-US" sz="2220" dirty="0"/>
          </a:p>
        </p:txBody>
      </p:sp>
      <p:sp>
        <p:nvSpPr>
          <p:cNvPr id="3" name="Text 1"/>
          <p:cNvSpPr/>
          <p:nvPr/>
        </p:nvSpPr>
        <p:spPr>
          <a:xfrm>
            <a:off x="496119" y="860747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4" dirty="0"/>
          </a:p>
        </p:txBody>
      </p:sp>
      <p:sp>
        <p:nvSpPr>
          <p:cNvPr id="4" name="Shape 2"/>
          <p:cNvSpPr/>
          <p:nvPr/>
        </p:nvSpPr>
        <p:spPr>
          <a:xfrm>
            <a:off x="496119" y="1008385"/>
            <a:ext cx="2702049" cy="1428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96119" y="1084585"/>
            <a:ext cx="27020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 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1297409"/>
            <a:ext cx="2702049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Submit name, email, phone, vehicle type, license, and vehicle documents for verification.</a:t>
            </a:r>
            <a:endParaRPr lang="en-US" sz="1104" dirty="0"/>
          </a:p>
        </p:txBody>
      </p:sp>
      <p:sp>
        <p:nvSpPr>
          <p:cNvPr id="7" name="Text 5"/>
          <p:cNvSpPr/>
          <p:nvPr/>
        </p:nvSpPr>
        <p:spPr>
          <a:xfrm>
            <a:off x="496119" y="1687637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4" dirty="0"/>
          </a:p>
        </p:txBody>
      </p:sp>
      <p:sp>
        <p:nvSpPr>
          <p:cNvPr id="8" name="Shape 6"/>
          <p:cNvSpPr/>
          <p:nvPr/>
        </p:nvSpPr>
        <p:spPr>
          <a:xfrm>
            <a:off x="496119" y="1835274"/>
            <a:ext cx="2702049" cy="1428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96119" y="1911474"/>
            <a:ext cx="27020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Orders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119" y="2124298"/>
            <a:ext cx="2702049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available orders in their city or region once approved.</a:t>
            </a:r>
            <a:endParaRPr lang="en-US" sz="1104" dirty="0"/>
          </a:p>
        </p:txBody>
      </p:sp>
      <p:sp>
        <p:nvSpPr>
          <p:cNvPr id="11" name="Text 9"/>
          <p:cNvSpPr/>
          <p:nvPr/>
        </p:nvSpPr>
        <p:spPr>
          <a:xfrm>
            <a:off x="496119" y="2387129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4" dirty="0"/>
          </a:p>
        </p:txBody>
      </p:sp>
      <p:sp>
        <p:nvSpPr>
          <p:cNvPr id="12" name="Shape 10"/>
          <p:cNvSpPr/>
          <p:nvPr/>
        </p:nvSpPr>
        <p:spPr>
          <a:xfrm>
            <a:off x="496119" y="2534766"/>
            <a:ext cx="2702049" cy="1428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96119" y="2610966"/>
            <a:ext cx="27020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Accept &amp; Pick 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119" y="2823790"/>
            <a:ext cx="2702049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 an order and receive full pickup and delivery details instantly.</a:t>
            </a:r>
            <a:endParaRPr lang="en-US" sz="1104" dirty="0"/>
          </a:p>
        </p:txBody>
      </p:sp>
      <p:sp>
        <p:nvSpPr>
          <p:cNvPr id="15" name="Text 13"/>
          <p:cNvSpPr/>
          <p:nvPr/>
        </p:nvSpPr>
        <p:spPr>
          <a:xfrm>
            <a:off x="496119" y="3214018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04" dirty="0"/>
          </a:p>
        </p:txBody>
      </p:sp>
      <p:sp>
        <p:nvSpPr>
          <p:cNvPr id="16" name="Shape 14"/>
          <p:cNvSpPr/>
          <p:nvPr/>
        </p:nvSpPr>
        <p:spPr>
          <a:xfrm>
            <a:off x="496119" y="3361655"/>
            <a:ext cx="2702049" cy="1428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96119" y="3437855"/>
            <a:ext cx="27020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Update Status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119" y="3650679"/>
            <a:ext cx="2702049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and update the order from pickup through to delivery.</a:t>
            </a:r>
            <a:endParaRPr lang="en-US" sz="1104" dirty="0"/>
          </a:p>
        </p:txBody>
      </p:sp>
      <p:sp>
        <p:nvSpPr>
          <p:cNvPr id="19" name="Text 17"/>
          <p:cNvSpPr/>
          <p:nvPr/>
        </p:nvSpPr>
        <p:spPr>
          <a:xfrm>
            <a:off x="496119" y="3913510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104" dirty="0"/>
          </a:p>
        </p:txBody>
      </p:sp>
      <p:sp>
        <p:nvSpPr>
          <p:cNvPr id="20" name="Shape 18"/>
          <p:cNvSpPr/>
          <p:nvPr/>
        </p:nvSpPr>
        <p:spPr>
          <a:xfrm>
            <a:off x="496119" y="4061147"/>
            <a:ext cx="2702049" cy="14288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96119" y="4137347"/>
            <a:ext cx="27020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Confirm Delivery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119" y="4350172"/>
            <a:ext cx="2702049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0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the unique delivery code from the customer to officially close the order.</a:t>
            </a:r>
            <a:endParaRPr lang="en-US" sz="1104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251" y="1290340"/>
            <a:ext cx="5217319" cy="29564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139"/>
            <a:ext cx="8151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 Dashboard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2132112"/>
            <a:ext cx="2709118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admin layer is the backbone of platform trust and operational health. Every vendor and rider is verified before going live, and every order can be monitored end-to-end.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456" y="831503"/>
            <a:ext cx="5221114" cy="295862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94" y="3911426"/>
            <a:ext cx="1992883" cy="4341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5954" y="3920951"/>
            <a:ext cx="187352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 Approval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05954" y="4097759"/>
            <a:ext cx="1873523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vendors and riders; manage supporting documents.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2654" y="3911426"/>
            <a:ext cx="1992957" cy="4341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662014" y="3920951"/>
            <a:ext cx="187359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2662014" y="4097759"/>
            <a:ext cx="1873597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Search, filter, activate, or deactivate any account.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8789" y="3911426"/>
            <a:ext cx="1992957" cy="4341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18149" y="3920951"/>
            <a:ext cx="187359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Order Oversight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718149" y="4097759"/>
            <a:ext cx="1873597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all orders; filter by status, vendor, or university.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924" y="3911426"/>
            <a:ext cx="1992957" cy="4341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74284" y="3920951"/>
            <a:ext cx="187359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774284" y="4097759"/>
            <a:ext cx="1873597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signups, active vendors, order volume, and completion rates.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594" y="4442817"/>
            <a:ext cx="8161288" cy="31499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05954" y="4452342"/>
            <a:ext cx="804192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Dispute Handling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605954" y="4629150"/>
            <a:ext cx="8041928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Resolve undelivered orders and customer complaints.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443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62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Success Metrics</a:t>
            </a:r>
            <a:endParaRPr lang="en-US" sz="3162" dirty="0"/>
          </a:p>
        </p:txBody>
      </p:sp>
      <p:sp>
        <p:nvSpPr>
          <p:cNvPr id="3" name="Shape 1"/>
          <p:cNvSpPr/>
          <p:nvPr/>
        </p:nvSpPr>
        <p:spPr>
          <a:xfrm>
            <a:off x="496119" y="1810941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2640" y="195746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Activation Rate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642640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 of new users who complete their first order after signing up.</a:t>
            </a:r>
            <a:endParaRPr lang="en-US" sz="1375" dirty="0"/>
          </a:p>
        </p:txBody>
      </p:sp>
      <p:sp>
        <p:nvSpPr>
          <p:cNvPr id="6" name="Shape 4"/>
          <p:cNvSpPr/>
          <p:nvPr/>
        </p:nvSpPr>
        <p:spPr>
          <a:xfrm>
            <a:off x="3260601" y="1810941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07122" y="195746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Fulfillment Time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3407122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time from order placement to delivery at the customer's door.</a:t>
            </a:r>
            <a:endParaRPr lang="en-US" sz="1375" dirty="0"/>
          </a:p>
        </p:txBody>
      </p:sp>
      <p:sp>
        <p:nvSpPr>
          <p:cNvPr id="9" name="Shape 7"/>
          <p:cNvSpPr/>
          <p:nvPr/>
        </p:nvSpPr>
        <p:spPr>
          <a:xfrm>
            <a:off x="6025083" y="1810941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1605" y="195746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 Onboarding Speed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6171605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quickly vendors are approved and go live on the platform.</a:t>
            </a:r>
            <a:endParaRPr lang="en-US" sz="1375" dirty="0"/>
          </a:p>
        </p:txBody>
      </p:sp>
      <p:sp>
        <p:nvSpPr>
          <p:cNvPr id="12" name="Shape 10"/>
          <p:cNvSpPr/>
          <p:nvPr/>
        </p:nvSpPr>
        <p:spPr>
          <a:xfrm>
            <a:off x="496119" y="3005882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640" y="315240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Completion Rate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642640" y="345891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 of successfully delivered orders vs. cancelled orders.</a:t>
            </a:r>
            <a:endParaRPr lang="en-US" sz="1375" dirty="0"/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89363" y="315240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2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 Order Rate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4789363" y="3458914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30-day retention — how many users order again within a month.</a:t>
            </a:r>
            <a:endParaRPr lang="en-US" sz="13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550</Words>
  <Application>Microsoft Office PowerPoint</Application>
  <PresentationFormat>On-screen Show (16:9)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Roboto</vt:lpstr>
      <vt:lpstr>Raleway</vt:lpstr>
      <vt:lpstr>Raleway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gifrimpong25@gmail.com</cp:lastModifiedBy>
  <cp:revision>2</cp:revision>
  <dcterms:created xsi:type="dcterms:W3CDTF">2026-08-13T02:01:01Z</dcterms:created>
  <dcterms:modified xsi:type="dcterms:W3CDTF">2026-08-13T02:52:09Z</dcterms:modified>
</cp:coreProperties>
</file>