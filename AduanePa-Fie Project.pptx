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05840"/>
            <a:ext cx="320040" cy="9144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320040" cy="91440"/>
          </a:xfrm>
          <a:prstGeom prst="rect">
            <a:avLst/>
          </a:prstGeom>
          <a:solidFill>
            <a:srgbClr val="FFD100"/>
          </a:solidFill>
          <a:ln w="12700">
            <a:solidFill>
              <a:srgbClr val="FFD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005840"/>
            <a:ext cx="320040" cy="91440"/>
          </a:xfrm>
          <a:prstGeom prst="rect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GHANAIAN UNIVERSITY FOOD DELIVERY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University Students with Verified Campus Chop Bars &amp; Fast Delivery Riders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"Enjoy the Taste in Every Bite"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Campus-Scoped Ordering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4800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 Legon, KNUST, UCC, UPSA &amp; Ashesi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20624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Pay on Delivery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4800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/ MoMo + 4-Digit OTP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06240"/>
            <a:ext cx="3200400" cy="1554480"/>
          </a:xfrm>
          <a:prstGeom prst="roundRect">
            <a:avLst>
              <a:gd name="adj" fmla="val 8824"/>
            </a:avLst>
          </a:prstGeom>
          <a:solidFill>
            <a:srgbClr val="292524"/>
          </a:solidFill>
          <a:ln w="12700">
            <a:solidFill>
              <a:srgbClr val="444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Multi-Portal Ecosystem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9560" y="4800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Vendor, Rider &amp; Admin Ops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Campus Food Friction in Ghana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200400" cy="4480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lack a single unified digital catalog to browse certified chop bars, waakye spots, and food joints across their campus landmarks.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2651760" cy="11430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5262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 search friction, reliance on scattered WhatsApp flyers.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3200400" cy="4480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002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VISIBILITY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2103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Transparent Order Tracking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8346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preparation or courier tracking exists. Students have zero clarity on whether food is being packaged or dispatched.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4434840"/>
            <a:ext cx="2651760" cy="11430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5262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Uncertain wait times, missed meal schedules between lectures.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80960" y="1371600"/>
            <a:ext cx="3200400" cy="44805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60020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BOTTLENECK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21031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Phone &amp; Call Operations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280" y="283464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 bar vendors rely entirely on incoming phone calls and physical queues, causing missed orders and kitchen chaos during peak campus hours.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4434840"/>
            <a:ext cx="2651760" cy="114300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52628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Lost vendor revenue and high order error rates.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Purpose-Built for Universities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0292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45920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Multi-Sided Campus Marketplace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students, verified chop bars, and independent campus couriers in one synchronized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50292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645920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7556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Admin-Governed Ecosystem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103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Food Board hygiene and DVLA permit verification before vendors or riders go live.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50292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931920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416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 Delivery with 4-Digit OTP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389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financial trust: Students pay cash/MoMo upon physical handoff after verifying a unique 4-digit code.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657600"/>
            <a:ext cx="502920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931920"/>
            <a:ext cx="594360" cy="5943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0416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3931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University-Scoped Landmark Logistics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389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by Ghanaian university (UG, KNUST, UCC) &amp; hall drop-offs (Pentagon, Conti, Casford) rather than GPS.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Actors: 4 Unified Stakeholders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23160" cy="4572000"/>
          </a:xfrm>
          <a:prstGeom prst="roundRect">
            <a:avLst>
              <a:gd name="adj" fmla="val 5660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STUDENT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 campus-scoped menus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218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Single-vendor cart isolation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87705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hostel/landmark pin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453542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Verify 4-digit code on arrival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519379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 with Cash / MoMo at door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423160" cy="4572000"/>
          </a:xfrm>
          <a:prstGeom prst="roundRect">
            <a:avLst>
              <a:gd name="adj" fmla="val 5660"/>
            </a:avLst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554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 BAR VENDOR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5603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dish catalog &amp; pricing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20440" y="3218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kitchen prep times &amp; deals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20440" y="387705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Kitchen queue (Accept -&gt; Ready)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20440" y="453542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Toggle store Open/Closed 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519379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Upload food hygiene permits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2423160" cy="4572000"/>
          </a:xfrm>
          <a:prstGeom prst="roundRect">
            <a:avLst>
              <a:gd name="adj" fmla="val 566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54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3504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RIDER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Bike, Motorbike, or Car modes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3218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Accept available campus jobs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387705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Navigate to campus landmarks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453542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customer 4-digit OTP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519379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delivery fee collection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49640" y="1371600"/>
            <a:ext cx="2423160" cy="4572000"/>
          </a:xfrm>
          <a:prstGeom prst="roundRect">
            <a:avLst>
              <a:gd name="adj" fmla="val 5660"/>
            </a:avLst>
          </a:prstGeom>
          <a:solidFill>
            <a:srgbClr val="F5F5F4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1554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4108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32520" y="25603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Approve/reject vendors &amp; riders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32520" y="321868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university taxonomy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32520" y="387705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order oversight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732520" y="453542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active sessions &amp; IPs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732520" y="519379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audit trail &amp; CSV logs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Experience: 5-Step Frictionless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7E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Scoping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university (UG Legon, KNUST, UCC) &amp; browse verified chop bars and trending delicacies.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3512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Single-Vendor Cart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53512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meals &amp; drinks from one certified joint, ensuring zero mixed-vendor delivery delays.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1184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38344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Drop-off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38344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precise hostel or hall landmark (e.g. Pentagon Block B) with contact phone.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7E5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23176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Kitchen Tracking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progress: Order Placed -&gt; Preparing -&gt; Ready for Pickup -&gt; Out for Delivery.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70848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E7E5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3728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3728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08008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Code &amp; Payment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08008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4-digit secret code with rider and pay exact order amount via Cash or MoMo.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Pay on Delivery • No credit card or upfront deduction required at launch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Hub: Empowering Local Campus Chop Bars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Menu &amp; Deal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update, and manage Ghanaian dishes, pricing, preparation time estimates, and promotional discounts.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91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Kitchen Order Queue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incoming orders and advance them step-by-step through preparation stages to Ready for Pickup.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Store Status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2519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automatic daily operating hours and toggle instant Open/Closed status when kitchen capacity changes.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56616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Permit &amp; License Uploads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2519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Food Board certificates and Ghanaian Registrar business documents directly for Admin accreditation.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Bush Canteen, Auntie Muni, Night Market Grills, Conti Chop Bar, and Cape Coast Delights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Fleet: Trusted Campus Couriers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&amp; Verification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Ghana Card/DVLA license, vehicle registration (Bike/Motorbike/Car) for review.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53512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Job 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53512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ready-to-deliver food orders across campus chop bars and cafeterias.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1184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38344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&amp; Pick 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38344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delivery jobs with instant vendor pickup instructions and student landmark.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8896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23176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&amp; OTP 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to student hall/hostel and enter the customer 4-digit code to finalize order.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70848" y="1554480"/>
            <a:ext cx="1965960" cy="3931920"/>
          </a:xfrm>
          <a:prstGeom prst="roundRect">
            <a:avLst>
              <a:gd name="adj" fmla="val 5581"/>
            </a:avLst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3728" y="17373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3728" y="178308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08008" y="22402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Delivery Fees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08008" y="29718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instant cash/MoMo delivery fees upon verified delivery completion.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715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Delivery Security: Couriers cannot close an order without verifying the customer 4-digit secret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Operations: Platform Trust &amp;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6D3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&amp; Rider Accreditation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submitted FDA hygiene permits and DVLA driver licenses before publishing storefronts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6D3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6916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Ghanaian Universities Taxonomy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campus profiles, short codes, and verified drop-off landmarks (Pentagon, Sarbah, Conti, Casford).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6D3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Order &amp; Dispute Resolution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42519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order oversight with transaction confirmation codes and dispute mediation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566160"/>
            <a:ext cx="50292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D6D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7947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Sessions &amp; Audit Logs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2519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of client IPs, active sessions, security event logs, and CSV compliance export.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Neon Serverless PostgreSQL database &amp; Vercel edge deployment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GHANAIAN UNIVERSITIES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Performance KPIs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965960" cy="39319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Activation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signups completing their first food order within 7 days.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554480"/>
            <a:ext cx="1965960" cy="39319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828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07792" y="2606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Fulfillment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53512" y="3200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 to hot food delivered at campus hostel door.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01184" y="1554480"/>
            <a:ext cx="1965960" cy="39319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1828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24h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92624" y="2606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Onboarding 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38344" y="3200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turnaround time for new campus food joints.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86016" y="1554480"/>
            <a:ext cx="1965960" cy="39319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7456" y="1828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77456" y="2606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Completion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23176" y="3200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orders verified with customer 4-digit OTP codes.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70848" y="1554480"/>
            <a:ext cx="1965960" cy="39319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1828800"/>
            <a:ext cx="1783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A3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162288" y="26060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 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08008" y="3200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students ordering multiple times per academic month.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AduanePa Fie • "Enjoy the Taste in Every Bite" • Live at aduanepa-fie.vercel.app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AduanePa Fie 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AduanePa Fie - University Food Delivery Marketplace</dc:title>
  <dc:subject>PptxGenJS Presentation</dc:subject>
  <dc:creator>AduanePa Fie Technologies Ltd</dc:creator>
  <cp:lastModifiedBy>AduanePa Fie Technologies Ltd</cp:lastModifiedBy>
  <cp:revision>1</cp:revision>
  <dcterms:created xsi:type="dcterms:W3CDTF">2026-08-13T03:08:42Z</dcterms:created>
  <dcterms:modified xsi:type="dcterms:W3CDTF">2026-08-13T03:08:42Z</dcterms:modified>
</cp:coreProperties>
</file>